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0693400" cy="7562850"/>
  <p:notesSz cx="10693400" cy="756285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571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79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68527" y="960771"/>
            <a:ext cx="735634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1704" y="2123642"/>
            <a:ext cx="8889990" cy="2818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7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0504" y="950460"/>
            <a:ext cx="4691380" cy="8807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65760">
              <a:lnSpc>
                <a:spcPct val="103699"/>
              </a:lnSpc>
            </a:pPr>
            <a:r>
              <a:rPr sz="3000" spc="-20" dirty="0">
                <a:latin typeface="Times New Roman"/>
                <a:cs typeface="Times New Roman"/>
              </a:rPr>
              <a:t>Proj</a:t>
            </a:r>
            <a:r>
              <a:rPr sz="3000" spc="-25" dirty="0">
                <a:latin typeface="Times New Roman"/>
                <a:cs typeface="Times New Roman"/>
              </a:rPr>
              <a:t>e</a:t>
            </a:r>
            <a:r>
              <a:rPr sz="3000" spc="-15" dirty="0">
                <a:latin typeface="Times New Roman"/>
                <a:cs typeface="Times New Roman"/>
              </a:rPr>
              <a:t>ct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Fina</a:t>
            </a:r>
            <a:r>
              <a:rPr sz="3000" spc="-10" dirty="0">
                <a:latin typeface="Times New Roman"/>
                <a:cs typeface="Times New Roman"/>
              </a:rPr>
              <a:t>l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Presentat</a:t>
            </a:r>
            <a:r>
              <a:rPr sz="3000" spc="-15" dirty="0">
                <a:latin typeface="Times New Roman"/>
                <a:cs typeface="Times New Roman"/>
              </a:rPr>
              <a:t>ion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Proj</a:t>
            </a:r>
            <a:r>
              <a:rPr sz="3000" spc="-25" dirty="0">
                <a:latin typeface="Times New Roman"/>
                <a:cs typeface="Times New Roman"/>
              </a:rPr>
              <a:t>e</a:t>
            </a:r>
            <a:r>
              <a:rPr sz="3000" spc="-15" dirty="0">
                <a:latin typeface="Times New Roman"/>
                <a:cs typeface="Times New Roman"/>
              </a:rPr>
              <a:t>ct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T</a:t>
            </a:r>
            <a:r>
              <a:rPr sz="3000" spc="-5" dirty="0">
                <a:latin typeface="Times New Roman"/>
                <a:cs typeface="Times New Roman"/>
              </a:rPr>
              <a:t>i</a:t>
            </a:r>
            <a:r>
              <a:rPr sz="3000" spc="-10" dirty="0">
                <a:latin typeface="Times New Roman"/>
                <a:cs typeface="Times New Roman"/>
              </a:rPr>
              <a:t>t</a:t>
            </a:r>
            <a:r>
              <a:rPr sz="3000" spc="-25" dirty="0">
                <a:latin typeface="Times New Roman"/>
                <a:cs typeface="Times New Roman"/>
              </a:rPr>
              <a:t>l</a:t>
            </a:r>
            <a:r>
              <a:rPr sz="3000" spc="-15" dirty="0">
                <a:latin typeface="Times New Roman"/>
                <a:cs typeface="Times New Roman"/>
              </a:rPr>
              <a:t>e: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Expe</a:t>
            </a:r>
            <a:r>
              <a:rPr sz="3000" spc="-5" dirty="0">
                <a:latin typeface="Times New Roman"/>
                <a:cs typeface="Times New Roman"/>
              </a:rPr>
              <a:t>ns</a:t>
            </a:r>
            <a:r>
              <a:rPr sz="3000" dirty="0">
                <a:latin typeface="Times New Roman"/>
                <a:cs typeface="Times New Roman"/>
              </a:rPr>
              <a:t>e </a:t>
            </a:r>
            <a:r>
              <a:rPr sz="3000" spc="-15" dirty="0">
                <a:latin typeface="Times New Roman"/>
                <a:cs typeface="Times New Roman"/>
              </a:rPr>
              <a:t>Tracker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05432" y="2492895"/>
            <a:ext cx="5082540" cy="270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ct val="100000"/>
              </a:lnSpc>
            </a:pP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Co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u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rse No.: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061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3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-3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0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  <a:p>
            <a:pPr marL="12065" marR="5080" algn="ctr">
              <a:lnSpc>
                <a:spcPts val="2740"/>
              </a:lnSpc>
              <a:spcBef>
                <a:spcPts val="130"/>
              </a:spcBef>
            </a:pP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Co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u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rse: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Ma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r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kup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and S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c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ript</a:t>
            </a:r>
            <a:r>
              <a:rPr sz="2000" spc="-15" dirty="0">
                <a:solidFill>
                  <a:srgbClr val="888888"/>
                </a:solidFill>
                <a:latin typeface="Arial"/>
                <a:cs typeface="Arial"/>
              </a:rPr>
              <a:t>i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ng Lan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g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ua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g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e Lab Presented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B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y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69215" algn="ctr">
              <a:lnSpc>
                <a:spcPct val="100000"/>
              </a:lnSpc>
              <a:spcBef>
                <a:spcPts val="175"/>
              </a:spcBef>
            </a:pP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Name: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Galib</a:t>
            </a:r>
            <a:r>
              <a:rPr sz="2000" spc="-12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Ahmed</a:t>
            </a:r>
            <a:endParaRPr sz="2000">
              <a:latin typeface="Arial"/>
              <a:cs typeface="Arial"/>
            </a:endParaRPr>
          </a:p>
          <a:p>
            <a:pPr marL="1870710" marR="1860550" indent="-1905" algn="ctr">
              <a:lnSpc>
                <a:spcPct val="113500"/>
              </a:lnSpc>
              <a:spcBef>
                <a:spcPts val="10"/>
              </a:spcBef>
            </a:pP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Roll: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27 Ba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c</a:t>
            </a:r>
            <a:r>
              <a:rPr sz="2000" spc="5" dirty="0">
                <a:solidFill>
                  <a:srgbClr val="888888"/>
                </a:solidFill>
                <a:latin typeface="Arial"/>
                <a:cs typeface="Arial"/>
              </a:rPr>
              <a:t>h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: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888888"/>
                </a:solidFill>
                <a:latin typeface="Arial"/>
                <a:cs typeface="Arial"/>
              </a:rPr>
              <a:t>D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-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83</a:t>
            </a:r>
            <a:endParaRPr sz="2000">
              <a:latin typeface="Arial"/>
              <a:cs typeface="Arial"/>
            </a:endParaRPr>
          </a:p>
          <a:p>
            <a:pPr marL="414655" marR="411480" indent="516890">
              <a:lnSpc>
                <a:spcPct val="113500"/>
              </a:lnSpc>
              <a:spcBef>
                <a:spcPts val="15"/>
              </a:spcBef>
            </a:pP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Instr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u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cto</a:t>
            </a:r>
            <a:r>
              <a:rPr sz="2000" spc="5" dirty="0">
                <a:solidFill>
                  <a:srgbClr val="888888"/>
                </a:solidFill>
                <a:latin typeface="Arial"/>
                <a:cs typeface="Arial"/>
              </a:rPr>
              <a:t>r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: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M</a:t>
            </a:r>
            <a:r>
              <a:rPr sz="2000" spc="-15" dirty="0">
                <a:solidFill>
                  <a:srgbClr val="888888"/>
                </a:solidFill>
                <a:latin typeface="Arial"/>
                <a:cs typeface="Arial"/>
              </a:rPr>
              <a:t>d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.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Manir</a:t>
            </a:r>
            <a:r>
              <a:rPr sz="2000" spc="5" dirty="0">
                <a:solidFill>
                  <a:srgbClr val="888888"/>
                </a:solidFill>
                <a:latin typeface="Arial"/>
                <a:cs typeface="Arial"/>
              </a:rPr>
              <a:t>u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jja</a:t>
            </a:r>
            <a:r>
              <a:rPr sz="2000" spc="-15" dirty="0">
                <a:solidFill>
                  <a:srgbClr val="888888"/>
                </a:solidFill>
                <a:latin typeface="Arial"/>
                <a:cs typeface="Arial"/>
              </a:rPr>
              <a:t>m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n Le</a:t>
            </a:r>
            <a:r>
              <a:rPr sz="2000" spc="5" dirty="0">
                <a:solidFill>
                  <a:srgbClr val="888888"/>
                </a:solidFill>
                <a:latin typeface="Arial"/>
                <a:cs typeface="Arial"/>
              </a:rPr>
              <a:t>c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t</a:t>
            </a:r>
            <a:r>
              <a:rPr sz="2000" spc="-20" dirty="0">
                <a:solidFill>
                  <a:srgbClr val="888888"/>
                </a:solidFill>
                <a:latin typeface="Arial"/>
                <a:cs typeface="Arial"/>
              </a:rPr>
              <a:t>u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re</a:t>
            </a:r>
            <a:r>
              <a:rPr sz="2000" spc="-120" dirty="0">
                <a:solidFill>
                  <a:srgbClr val="888888"/>
                </a:solidFill>
                <a:latin typeface="Arial"/>
                <a:cs typeface="Arial"/>
              </a:rPr>
              <a:t>r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,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De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p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art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m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ent</a:t>
            </a:r>
            <a:r>
              <a:rPr sz="2000" spc="-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of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C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S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E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,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B</a:t>
            </a:r>
            <a:r>
              <a:rPr sz="2000" spc="-10" dirty="0">
                <a:solidFill>
                  <a:srgbClr val="888888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rgbClr val="888888"/>
                </a:solidFill>
                <a:latin typeface="Arial"/>
                <a:cs typeface="Arial"/>
              </a:rPr>
              <a:t>UST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785">
              <a:lnSpc>
                <a:spcPct val="100000"/>
              </a:lnSpc>
            </a:pPr>
            <a:r>
              <a:rPr spc="-20" dirty="0"/>
              <a:t>Outl</a:t>
            </a:r>
            <a:r>
              <a:rPr spc="-25" dirty="0"/>
              <a:t>i</a:t>
            </a:r>
            <a:r>
              <a:rPr spc="-5" dirty="0"/>
              <a:t>n</a:t>
            </a:r>
            <a:r>
              <a:rPr spc="5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5021580" cy="404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Project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verview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Objec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iv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System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rchi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ture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/ Workf</a:t>
            </a:r>
            <a:r>
              <a:rPr sz="2600" spc="-2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ow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Key Fea</a:t>
            </a:r>
            <a:r>
              <a:rPr sz="2600" spc="-2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ures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Tec</a:t>
            </a:r>
            <a:r>
              <a:rPr sz="2600" spc="-15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spc="-2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ogy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k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Impleme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Scr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ensh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ts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10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Dat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base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Des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gn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Chall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nges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&amp; Lea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ni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2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om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Fu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ure Enhancem</a:t>
            </a:r>
            <a:r>
              <a:rPr sz="2600" spc="-2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nts &amp; C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nclu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ion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Ref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renc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9770">
              <a:lnSpc>
                <a:spcPct val="100000"/>
              </a:lnSpc>
            </a:pPr>
            <a:r>
              <a:rPr spc="-20" dirty="0"/>
              <a:t>Project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20" dirty="0"/>
              <a:t>Overv</a:t>
            </a:r>
            <a:r>
              <a:rPr spc="-25" dirty="0"/>
              <a:t>i</a:t>
            </a:r>
            <a:r>
              <a:rPr dirty="0"/>
              <a:t>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8550275" cy="2406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3499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Bri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f de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cr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ptio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: A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we</a:t>
            </a:r>
            <a:r>
              <a:rPr sz="2600" spc="10" dirty="0">
                <a:latin typeface="Times New Roman"/>
                <a:cs typeface="Times New Roman"/>
              </a:rPr>
              <a:t>b</a:t>
            </a:r>
            <a:r>
              <a:rPr sz="2600" spc="-20" dirty="0">
                <a:latin typeface="Times New Roman"/>
                <a:cs typeface="Times New Roman"/>
              </a:rPr>
              <a:t>-</a:t>
            </a:r>
            <a:r>
              <a:rPr sz="2600" dirty="0">
                <a:latin typeface="Times New Roman"/>
                <a:cs typeface="Times New Roman"/>
              </a:rPr>
              <a:t>based Expense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ker 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hat 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users re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, vi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, updat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,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dele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 pe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sona</a:t>
            </a:r>
            <a:r>
              <a:rPr sz="2600" dirty="0">
                <a:latin typeface="Times New Roman"/>
                <a:cs typeface="Times New Roman"/>
              </a:rPr>
              <a:t>l 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xpense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Purpose: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Simpli</a:t>
            </a:r>
            <a:r>
              <a:rPr sz="2600" spc="-20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y 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al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na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ce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king a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 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spc="-2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v</a:t>
            </a:r>
            <a:r>
              <a:rPr sz="2600" spc="-2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de a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10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twe</a:t>
            </a:r>
            <a:r>
              <a:rPr sz="2600" spc="-2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10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CRUD 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or e</a:t>
            </a:r>
            <a:r>
              <a:rPr sz="2600" spc="10" dirty="0">
                <a:latin typeface="Times New Roman"/>
                <a:cs typeface="Times New Roman"/>
              </a:rPr>
              <a:t>x</a:t>
            </a:r>
            <a:r>
              <a:rPr sz="2600" dirty="0">
                <a:latin typeface="Times New Roman"/>
                <a:cs typeface="Times New Roman"/>
              </a:rPr>
              <a:t>p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nse m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na</a:t>
            </a:r>
            <a:r>
              <a:rPr sz="2600" spc="5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em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nt.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Target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: Studen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s,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spc="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ance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s,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 an</a:t>
            </a:r>
            <a:r>
              <a:rPr sz="2600" spc="5" dirty="0">
                <a:latin typeface="Times New Roman"/>
                <a:cs typeface="Times New Roman"/>
              </a:rPr>
              <a:t>y</a:t>
            </a:r>
            <a:r>
              <a:rPr sz="2600" dirty="0">
                <a:latin typeface="Times New Roman"/>
                <a:cs typeface="Times New Roman"/>
              </a:rPr>
              <a:t>one </a:t>
            </a:r>
            <a:r>
              <a:rPr sz="2600" spc="-20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ho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eds a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m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le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per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al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5" dirty="0">
                <a:latin typeface="Times New Roman"/>
                <a:cs typeface="Times New Roman"/>
              </a:rPr>
              <a:t>x</a:t>
            </a:r>
            <a:r>
              <a:rPr sz="2600" dirty="0">
                <a:latin typeface="Times New Roman"/>
                <a:cs typeface="Times New Roman"/>
              </a:rPr>
              <a:t>pen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49220">
              <a:lnSpc>
                <a:spcPct val="100000"/>
              </a:lnSpc>
            </a:pPr>
            <a:r>
              <a:rPr spc="-2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8736965" cy="281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90195">
              <a:lnSpc>
                <a:spcPct val="103499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Build a </a:t>
            </a:r>
            <a:r>
              <a:rPr sz="2600" spc="-1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y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mic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web app usi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Django to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prac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5" dirty="0">
                <a:latin typeface="Times New Roman"/>
                <a:cs typeface="Times New Roman"/>
              </a:rPr>
              <a:t>v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5" dirty="0">
                <a:latin typeface="Times New Roman"/>
                <a:cs typeface="Times New Roman"/>
              </a:rPr>
              <a:t>-s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de renderi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 and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2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10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Impleme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t CR</a:t>
            </a:r>
            <a:r>
              <a:rPr sz="2600" spc="-10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D o</a:t>
            </a:r>
            <a:r>
              <a:rPr sz="2600" spc="-1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 expenses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 form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dation.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Per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t data wi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 SQLite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visual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ze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DB co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2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nts us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DB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Bro</a:t>
            </a:r>
            <a:r>
              <a:rPr sz="2600" spc="5" dirty="0">
                <a:latin typeface="Times New Roman"/>
                <a:cs typeface="Times New Roman"/>
              </a:rPr>
              <a:t>w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Cre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ons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ve fr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nte</a:t>
            </a:r>
            <a:r>
              <a:rPr sz="2600" spc="-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 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ges wi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 HTML,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, </a:t>
            </a:r>
            <a:r>
              <a:rPr sz="2600" spc="-2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spc="-5" dirty="0">
                <a:latin typeface="Times New Roman"/>
                <a:cs typeface="Times New Roman"/>
              </a:rPr>
              <a:t>J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vaScript 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or basic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vity.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9270">
              <a:lnSpc>
                <a:spcPct val="100000"/>
              </a:lnSpc>
            </a:pPr>
            <a:r>
              <a:rPr spc="-5" dirty="0"/>
              <a:t>Syste</a:t>
            </a:r>
            <a:r>
              <a:rPr dirty="0"/>
              <a:t>m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25" dirty="0"/>
              <a:t>Architectur</a:t>
            </a:r>
            <a:r>
              <a:rPr spc="-20" dirty="0"/>
              <a:t>e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spc="-10" dirty="0"/>
              <a:t>/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dirty="0"/>
              <a:t>Workflow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4" y="2023058"/>
            <a:ext cx="8611870" cy="363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22935">
              <a:lnSpc>
                <a:spcPct val="103499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User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→ Frontend (</a:t>
            </a:r>
            <a:r>
              <a:rPr sz="2600" spc="-20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TML /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CSS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/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JS) →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Django Vie</a:t>
            </a:r>
            <a:r>
              <a:rPr sz="2600" spc="-15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→ Models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→ S</a:t>
            </a:r>
            <a:r>
              <a:rPr sz="2600" spc="-15" dirty="0">
                <a:latin typeface="Times New Roman"/>
                <a:cs typeface="Times New Roman"/>
              </a:rPr>
              <a:t>Q</a:t>
            </a:r>
            <a:r>
              <a:rPr sz="2600" dirty="0">
                <a:latin typeface="Times New Roman"/>
                <a:cs typeface="Times New Roman"/>
              </a:rPr>
              <a:t>Lite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DB.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Wo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kflow 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u</a:t>
            </a:r>
            <a:r>
              <a:rPr sz="2600" spc="5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mary: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95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User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s form on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dd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x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nse page →</a:t>
            </a:r>
            <a:r>
              <a:rPr sz="2600" spc="-10" dirty="0">
                <a:latin typeface="Times New Roman"/>
                <a:cs typeface="Times New Roman"/>
              </a:rPr>
              <a:t> PO</a:t>
            </a:r>
            <a:r>
              <a:rPr sz="2600" dirty="0">
                <a:latin typeface="Times New Roman"/>
                <a:cs typeface="Times New Roman"/>
              </a:rPr>
              <a:t>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Dja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go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view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→ View v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dates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 saves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Model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ins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ance → Redire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t 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o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Expense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20" dirty="0">
                <a:latin typeface="Times New Roman"/>
                <a:cs typeface="Times New Roman"/>
              </a:rPr>
              <a:t>i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10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List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page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q</a:t>
            </a:r>
            <a:r>
              <a:rPr sz="2600" spc="10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B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via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model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manager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 r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10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ers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m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05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Edi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/De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ions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map to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</a:t>
            </a:r>
            <a:r>
              <a:rPr sz="2600" spc="5" dirty="0">
                <a:latin typeface="Times New Roman"/>
                <a:cs typeface="Times New Roman"/>
              </a:rPr>
              <a:t>d</a:t>
            </a:r>
            <a:r>
              <a:rPr sz="2600" spc="-2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</a:t>
            </a:r>
            <a:r>
              <a:rPr sz="2600" spc="5" dirty="0">
                <a:latin typeface="Times New Roman"/>
                <a:cs typeface="Times New Roman"/>
              </a:rPr>
              <a:t>v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s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em</a:t>
            </a:r>
            <a:r>
              <a:rPr sz="2600" dirty="0">
                <a:latin typeface="Times New Roman"/>
                <a:cs typeface="Times New Roman"/>
              </a:rPr>
              <a:t>plat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Admin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el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ava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ble </a:t>
            </a:r>
            <a:r>
              <a:rPr sz="2600" spc="-10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or s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minis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ra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76805">
              <a:lnSpc>
                <a:spcPct val="100000"/>
              </a:lnSpc>
            </a:pPr>
            <a:r>
              <a:rPr spc="-25" dirty="0"/>
              <a:t>Key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40" dirty="0"/>
              <a:t>F</a:t>
            </a:r>
            <a:r>
              <a:rPr spc="-20" dirty="0"/>
              <a:t>ea</a:t>
            </a:r>
            <a:r>
              <a:rPr spc="-10" dirty="0"/>
              <a:t>t</a:t>
            </a:r>
            <a:r>
              <a:rPr spc="-5" dirty="0"/>
              <a:t>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8001000" cy="2406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Add n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w ex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nse wi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 fi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lds: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spc="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,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m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unt,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date,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ry,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2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al</a:t>
            </a:r>
            <a:r>
              <a:rPr sz="2600" spc="-10" dirty="0">
                <a:latin typeface="Times New Roman"/>
                <a:cs typeface="Times New Roman"/>
              </a:rPr>
              <a:t> n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View p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nated l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st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 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corded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nse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 de</a:t>
            </a:r>
            <a:r>
              <a:rPr sz="2600" spc="-1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xist</a:t>
            </a:r>
            <a:r>
              <a:rPr sz="2600" spc="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ng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x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nse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Serve</a:t>
            </a:r>
            <a:r>
              <a:rPr sz="2600" spc="-5" dirty="0">
                <a:latin typeface="Times New Roman"/>
                <a:cs typeface="Times New Roman"/>
              </a:rPr>
              <a:t>r-s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de valida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imple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5" dirty="0">
                <a:latin typeface="Times New Roman"/>
                <a:cs typeface="Times New Roman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-s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de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checks.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Admin in</a:t>
            </a:r>
            <a:r>
              <a:rPr sz="2600" spc="-2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or databa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e m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na</a:t>
            </a:r>
            <a:r>
              <a:rPr sz="2600" spc="5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em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nt.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01520">
              <a:lnSpc>
                <a:spcPct val="100000"/>
              </a:lnSpc>
            </a:pPr>
            <a:r>
              <a:rPr spc="-20" dirty="0"/>
              <a:t>Technology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5" dirty="0"/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8261350" cy="2406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Frame</a:t>
            </a:r>
            <a:r>
              <a:rPr sz="2600" spc="-20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5" dirty="0">
                <a:latin typeface="Times New Roman"/>
                <a:cs typeface="Times New Roman"/>
              </a:rPr>
              <a:t>k</a:t>
            </a:r>
            <a:r>
              <a:rPr sz="2600" dirty="0">
                <a:latin typeface="Times New Roman"/>
                <a:cs typeface="Times New Roman"/>
              </a:rPr>
              <a:t>: Dj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ngo </a:t>
            </a:r>
            <a:r>
              <a:rPr sz="2600" spc="-15" dirty="0">
                <a:latin typeface="Times New Roman"/>
                <a:cs typeface="Times New Roman"/>
              </a:rPr>
              <a:t>(</a:t>
            </a:r>
            <a:r>
              <a:rPr sz="2600" dirty="0">
                <a:latin typeface="Times New Roman"/>
                <a:cs typeface="Times New Roman"/>
              </a:rPr>
              <a:t>P</a:t>
            </a:r>
            <a:r>
              <a:rPr sz="2600" spc="5" dirty="0">
                <a:latin typeface="Times New Roman"/>
                <a:cs typeface="Times New Roman"/>
              </a:rPr>
              <a:t>y</a:t>
            </a:r>
            <a:r>
              <a:rPr sz="2600" spc="-2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hon)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Backe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 </a:t>
            </a:r>
            <a:r>
              <a:rPr sz="2600" spc="-1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anguage: </a:t>
            </a:r>
            <a:r>
              <a:rPr sz="2600" spc="-2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ython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Front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nd: HT</a:t>
            </a:r>
            <a:r>
              <a:rPr sz="2600" spc="-10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L,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, </a:t>
            </a:r>
            <a:r>
              <a:rPr sz="2600" spc="-15" dirty="0">
                <a:latin typeface="Times New Roman"/>
                <a:cs typeface="Times New Roman"/>
              </a:rPr>
              <a:t>J</a:t>
            </a:r>
            <a:r>
              <a:rPr sz="2600" dirty="0">
                <a:latin typeface="Times New Roman"/>
                <a:cs typeface="Times New Roman"/>
              </a:rPr>
              <a:t>avaSc</a:t>
            </a:r>
            <a:r>
              <a:rPr sz="2600" spc="-2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ipt </a:t>
            </a:r>
            <a:r>
              <a:rPr sz="2600" spc="-10" dirty="0">
                <a:latin typeface="Times New Roman"/>
                <a:cs typeface="Times New Roman"/>
              </a:rPr>
              <a:t>(</a:t>
            </a:r>
            <a:r>
              <a:rPr sz="2600" dirty="0">
                <a:latin typeface="Times New Roman"/>
                <a:cs typeface="Times New Roman"/>
              </a:rPr>
              <a:t>Django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m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s)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Dat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base: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SQ</a:t>
            </a:r>
            <a:r>
              <a:rPr sz="2600" spc="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5" dirty="0">
                <a:latin typeface="Times New Roman"/>
                <a:cs typeface="Times New Roman"/>
              </a:rPr>
              <a:t>(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b</a:t>
            </a:r>
            <a:r>
              <a:rPr sz="2600" dirty="0">
                <a:latin typeface="Times New Roman"/>
                <a:cs typeface="Times New Roman"/>
              </a:rPr>
              <a:t>.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qlit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3)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ts val="3240"/>
              </a:lnSpc>
              <a:spcBef>
                <a:spcPts val="114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Tools: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B Brows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 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or SQLit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, Dj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ngo adm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n, basic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</a:t>
            </a:r>
            <a:r>
              <a:rPr sz="2600" spc="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spc="5" dirty="0">
                <a:latin typeface="Times New Roman"/>
                <a:cs typeface="Times New Roman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-</a:t>
            </a:r>
            <a:r>
              <a:rPr sz="2600" dirty="0">
                <a:latin typeface="Times New Roman"/>
                <a:cs typeface="Times New Roman"/>
              </a:rPr>
              <a:t>in </a:t>
            </a:r>
            <a:r>
              <a:rPr sz="2600" spc="-5" dirty="0">
                <a:latin typeface="Times New Roman"/>
                <a:cs typeface="Times New Roman"/>
              </a:rPr>
              <a:t>Djang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b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ar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es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2155" y="960771"/>
            <a:ext cx="569150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365500" algn="l"/>
              </a:tabLst>
            </a:pPr>
            <a:r>
              <a:rPr sz="3600" b="1" spc="-5" dirty="0">
                <a:latin typeface="Times New Roman"/>
                <a:cs typeface="Times New Roman"/>
              </a:rPr>
              <a:t>Implementatio</a:t>
            </a:r>
            <a:r>
              <a:rPr sz="3600" b="1" dirty="0">
                <a:latin typeface="Times New Roman"/>
                <a:cs typeface="Times New Roman"/>
              </a:rPr>
              <a:t>n	Screenshots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1728470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b="1" dirty="0">
                <a:latin typeface="Times New Roman"/>
                <a:cs typeface="Times New Roman"/>
              </a:rPr>
              <a:t>Home</a:t>
            </a:r>
            <a:r>
              <a:rPr sz="2600" b="1" spc="-20" dirty="0">
                <a:latin typeface="Times New Roman"/>
                <a:cs typeface="Times New Roman"/>
              </a:rPr>
              <a:t>p</a:t>
            </a:r>
            <a:r>
              <a:rPr sz="2600" b="1" dirty="0">
                <a:latin typeface="Times New Roman"/>
                <a:cs typeface="Times New Roman"/>
              </a:rPr>
              <a:t>age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2402823"/>
            <a:ext cx="8658240" cy="34575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353641"/>
            <a:ext cx="2087245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b="1" dirty="0">
                <a:latin typeface="Times New Roman"/>
                <a:cs typeface="Times New Roman"/>
              </a:rPr>
              <a:t>Add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Ex</a:t>
            </a:r>
            <a:r>
              <a:rPr sz="2600" b="1" spc="-15" dirty="0">
                <a:latin typeface="Times New Roman"/>
                <a:cs typeface="Times New Roman"/>
              </a:rPr>
              <a:t>p</a:t>
            </a:r>
            <a:r>
              <a:rPr sz="2600" b="1" dirty="0">
                <a:latin typeface="Times New Roman"/>
                <a:cs typeface="Times New Roman"/>
              </a:rPr>
              <a:t>ense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93778" y="6029022"/>
            <a:ext cx="141605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dirty="0">
                <a:latin typeface="Times New Roman"/>
                <a:cs typeface="Times New Roman"/>
              </a:rPr>
              <a:t>•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1733882"/>
            <a:ext cx="8582649" cy="45723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943684"/>
            <a:ext cx="1202055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b="1" dirty="0">
                <a:latin typeface="Times New Roman"/>
                <a:cs typeface="Times New Roman"/>
              </a:rPr>
              <a:t>Expense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324118"/>
            <a:ext cx="8496939" cy="48581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353641"/>
            <a:ext cx="3113405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b="1" dirty="0">
                <a:latin typeface="Times New Roman"/>
                <a:cs typeface="Times New Roman"/>
              </a:rPr>
              <a:t>Del</a:t>
            </a:r>
            <a:r>
              <a:rPr sz="2600" b="1" spc="-15" dirty="0">
                <a:latin typeface="Times New Roman"/>
                <a:cs typeface="Times New Roman"/>
              </a:rPr>
              <a:t>e</a:t>
            </a:r>
            <a:r>
              <a:rPr sz="2600" b="1" dirty="0">
                <a:latin typeface="Times New Roman"/>
                <a:cs typeface="Times New Roman"/>
              </a:rPr>
              <a:t>te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C</a:t>
            </a:r>
            <a:r>
              <a:rPr sz="2600" b="1" spc="5" dirty="0">
                <a:latin typeface="Times New Roman"/>
                <a:cs typeface="Times New Roman"/>
              </a:rPr>
              <a:t>o</a:t>
            </a:r>
            <a:r>
              <a:rPr sz="2600" b="1" dirty="0">
                <a:latin typeface="Times New Roman"/>
                <a:cs typeface="Times New Roman"/>
              </a:rPr>
              <a:t>nfir</a:t>
            </a:r>
            <a:r>
              <a:rPr sz="2600" b="1" spc="-20" dirty="0">
                <a:latin typeface="Times New Roman"/>
                <a:cs typeface="Times New Roman"/>
              </a:rPr>
              <a:t>m</a:t>
            </a:r>
            <a:r>
              <a:rPr sz="2600" b="1" dirty="0">
                <a:latin typeface="Times New Roman"/>
                <a:cs typeface="Times New Roman"/>
              </a:rPr>
              <a:t>ation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733931"/>
            <a:ext cx="8562959" cy="3028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943684"/>
            <a:ext cx="2069464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b="1" dirty="0">
                <a:latin typeface="Times New Roman"/>
                <a:cs typeface="Times New Roman"/>
              </a:rPr>
              <a:t>Ad</a:t>
            </a:r>
            <a:r>
              <a:rPr sz="2600" b="1" spc="5" dirty="0">
                <a:latin typeface="Times New Roman"/>
                <a:cs typeface="Times New Roman"/>
              </a:rPr>
              <a:t>m</a:t>
            </a:r>
            <a:r>
              <a:rPr sz="2600" b="1" spc="-20" dirty="0">
                <a:latin typeface="Times New Roman"/>
                <a:cs typeface="Times New Roman"/>
              </a:rPr>
              <a:t>i</a:t>
            </a:r>
            <a:r>
              <a:rPr sz="2600" b="1" dirty="0">
                <a:latin typeface="Times New Roman"/>
                <a:cs typeface="Times New Roman"/>
              </a:rPr>
              <a:t>n Panel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324164"/>
            <a:ext cx="8863339" cy="51542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58035">
              <a:lnSpc>
                <a:spcPct val="100000"/>
              </a:lnSpc>
            </a:pPr>
            <a:r>
              <a:rPr spc="-5" dirty="0"/>
              <a:t>Databas</a:t>
            </a:r>
            <a:r>
              <a:rPr dirty="0"/>
              <a:t>e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spc="-5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693" y="2023058"/>
            <a:ext cx="7973059" cy="4455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App: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x</a:t>
            </a:r>
            <a:r>
              <a:rPr sz="2600" spc="-1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enses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(mod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.py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pre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ent)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Ma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 m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del: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Expen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5" dirty="0">
                <a:latin typeface="Times New Roman"/>
                <a:cs typeface="Times New Roman"/>
              </a:rPr>
              <a:t>(</a:t>
            </a:r>
            <a:r>
              <a:rPr sz="2600" dirty="0">
                <a:latin typeface="Times New Roman"/>
                <a:cs typeface="Times New Roman"/>
              </a:rPr>
              <a:t>ty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al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fields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infe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re</a:t>
            </a:r>
            <a:r>
              <a:rPr sz="2600" spc="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05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id (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uto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ld,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prima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y </a:t>
            </a:r>
            <a:r>
              <a:rPr sz="2600" spc="5" dirty="0">
                <a:latin typeface="Times New Roman"/>
                <a:cs typeface="Times New Roman"/>
              </a:rPr>
              <a:t>k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y)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95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spc="-5" dirty="0">
                <a:latin typeface="Times New Roman"/>
                <a:cs typeface="Times New Roman"/>
              </a:rPr>
              <a:t>titl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(</a:t>
            </a:r>
            <a:r>
              <a:rPr sz="2600" dirty="0">
                <a:latin typeface="Times New Roman"/>
                <a:cs typeface="Times New Roman"/>
              </a:rPr>
              <a:t>Ch</a:t>
            </a:r>
            <a:r>
              <a:rPr sz="2600" spc="-5" dirty="0">
                <a:latin typeface="Times New Roman"/>
                <a:cs typeface="Times New Roman"/>
              </a:rPr>
              <a:t>ar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5" dirty="0">
                <a:latin typeface="Times New Roman"/>
                <a:cs typeface="Times New Roman"/>
              </a:rPr>
              <a:t>iel</a:t>
            </a:r>
            <a:r>
              <a:rPr sz="2600" dirty="0">
                <a:latin typeface="Times New Roman"/>
                <a:cs typeface="Times New Roman"/>
              </a:rPr>
              <a:t>d)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05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am</a:t>
            </a:r>
            <a:r>
              <a:rPr sz="2600" spc="-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unt </a:t>
            </a:r>
            <a:r>
              <a:rPr sz="2600" spc="-15" dirty="0">
                <a:latin typeface="Times New Roman"/>
                <a:cs typeface="Times New Roman"/>
              </a:rPr>
              <a:t>(</a:t>
            </a:r>
            <a:r>
              <a:rPr sz="2600" spc="-5" dirty="0">
                <a:latin typeface="Times New Roman"/>
                <a:cs typeface="Times New Roman"/>
              </a:rPr>
              <a:t>Dec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malFi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ld /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FloatF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d)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05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date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(Dat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Fie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d)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10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spc="-2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y (C</a:t>
            </a:r>
            <a:r>
              <a:rPr sz="2600" spc="5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arFi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ld)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05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note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/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desc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iption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xtField, 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pti</a:t>
            </a:r>
            <a:r>
              <a:rPr sz="2600" spc="-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nal)</a:t>
            </a:r>
            <a:endParaRPr sz="260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05"/>
              </a:spcBef>
              <a:buFont typeface="Times New Roman"/>
              <a:buChar char="–"/>
              <a:tabLst>
                <a:tab pos="261620" algn="l"/>
              </a:tabLst>
            </a:pPr>
            <a:r>
              <a:rPr sz="2600" dirty="0">
                <a:latin typeface="Times New Roman"/>
                <a:cs typeface="Times New Roman"/>
              </a:rPr>
              <a:t>cr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ed_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dat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d_at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(Da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eTimeFi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lds)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ts val="3229"/>
              </a:lnSpc>
              <a:spcBef>
                <a:spcPts val="12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Dat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base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used: S</a:t>
            </a:r>
            <a:r>
              <a:rPr sz="2600" spc="-10" dirty="0">
                <a:latin typeface="Times New Roman"/>
                <a:cs typeface="Times New Roman"/>
              </a:rPr>
              <a:t>Q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(db.sqli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e3) —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migr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incl</a:t>
            </a:r>
            <a:r>
              <a:rPr sz="2600" spc="-1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(migra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ion</a:t>
            </a:r>
            <a:r>
              <a:rPr sz="2600" spc="-2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/0001_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niti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l.py).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943684"/>
            <a:ext cx="5821680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b="1" dirty="0">
                <a:latin typeface="Times New Roman"/>
                <a:cs typeface="Times New Roman"/>
              </a:rPr>
              <a:t>Example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tables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to </a:t>
            </a:r>
            <a:r>
              <a:rPr sz="2600" b="1" spc="-10" dirty="0">
                <a:latin typeface="Times New Roman"/>
                <a:cs typeface="Times New Roman"/>
              </a:rPr>
              <a:t>s</a:t>
            </a:r>
            <a:r>
              <a:rPr sz="2600" b="1" spc="-5" dirty="0">
                <a:latin typeface="Times New Roman"/>
                <a:cs typeface="Times New Roman"/>
              </a:rPr>
              <a:t>ho</a:t>
            </a:r>
            <a:r>
              <a:rPr sz="2600" b="1" dirty="0">
                <a:latin typeface="Times New Roman"/>
                <a:cs typeface="Times New Roman"/>
              </a:rPr>
              <a:t>w in </a:t>
            </a:r>
            <a:r>
              <a:rPr sz="2600" b="1" spc="-15" dirty="0">
                <a:latin typeface="Times New Roman"/>
                <a:cs typeface="Times New Roman"/>
              </a:rPr>
              <a:t>D</a:t>
            </a:r>
            <a:r>
              <a:rPr sz="2600" b="1" dirty="0">
                <a:latin typeface="Times New Roman"/>
                <a:cs typeface="Times New Roman"/>
              </a:rPr>
              <a:t>B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Browser: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324097"/>
            <a:ext cx="5772149" cy="3000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Challenge</a:t>
            </a:r>
            <a:r>
              <a:rPr spc="-15" dirty="0"/>
              <a:t>s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20" dirty="0"/>
              <a:t>faced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5" dirty="0"/>
              <a:t>durin</a:t>
            </a:r>
            <a:r>
              <a:rPr dirty="0"/>
              <a:t>g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spc="-25" dirty="0"/>
              <a:t>development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Probl</a:t>
            </a:r>
            <a:r>
              <a:rPr spc="-15" dirty="0"/>
              <a:t>e</a:t>
            </a:r>
            <a:r>
              <a:rPr dirty="0"/>
              <a:t>m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dirty="0"/>
              <a:t>Fac</a:t>
            </a:r>
            <a:r>
              <a:rPr spc="-15" dirty="0"/>
              <a:t>e</a:t>
            </a:r>
            <a:r>
              <a:rPr spc="-5" dirty="0"/>
              <a:t>d:</a:t>
            </a: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b="0" dirty="0">
                <a:latin typeface="Times New Roman"/>
                <a:cs typeface="Times New Roman"/>
              </a:rPr>
              <a:t>Under</a:t>
            </a:r>
            <a:r>
              <a:rPr b="0" spc="-15" dirty="0">
                <a:latin typeface="Times New Roman"/>
                <a:cs typeface="Times New Roman"/>
              </a:rPr>
              <a:t>s</a:t>
            </a:r>
            <a:r>
              <a:rPr b="0" dirty="0">
                <a:latin typeface="Times New Roman"/>
                <a:cs typeface="Times New Roman"/>
              </a:rPr>
              <a:t>t</a:t>
            </a:r>
            <a:r>
              <a:rPr b="0" spc="-10" dirty="0">
                <a:latin typeface="Times New Roman"/>
                <a:cs typeface="Times New Roman"/>
              </a:rPr>
              <a:t>a</a:t>
            </a:r>
            <a:r>
              <a:rPr b="0" dirty="0">
                <a:latin typeface="Times New Roman"/>
                <a:cs typeface="Times New Roman"/>
              </a:rPr>
              <a:t>n</a:t>
            </a:r>
            <a:r>
              <a:rPr b="0" spc="10" dirty="0">
                <a:latin typeface="Times New Roman"/>
                <a:cs typeface="Times New Roman"/>
              </a:rPr>
              <a:t>d</a:t>
            </a:r>
            <a:r>
              <a:rPr b="0" dirty="0">
                <a:latin typeface="Times New Roman"/>
                <a:cs typeface="Times New Roman"/>
              </a:rPr>
              <a:t>i</a:t>
            </a:r>
            <a:r>
              <a:rPr b="0" spc="-15" dirty="0">
                <a:latin typeface="Times New Roman"/>
                <a:cs typeface="Times New Roman"/>
              </a:rPr>
              <a:t>n</a:t>
            </a:r>
            <a:r>
              <a:rPr b="0" dirty="0">
                <a:latin typeface="Times New Roman"/>
                <a:cs typeface="Times New Roman"/>
              </a:rPr>
              <a:t>g Djan</a:t>
            </a:r>
            <a:r>
              <a:rPr b="0" spc="-15" dirty="0">
                <a:latin typeface="Times New Roman"/>
                <a:cs typeface="Times New Roman"/>
              </a:rPr>
              <a:t>g</a:t>
            </a:r>
            <a:r>
              <a:rPr b="0" dirty="0">
                <a:latin typeface="Times New Roman"/>
                <a:cs typeface="Times New Roman"/>
              </a:rPr>
              <a:t>o request</a:t>
            </a:r>
            <a:r>
              <a:rPr b="0" spc="-5" dirty="0">
                <a:latin typeface="Times New Roman"/>
                <a:cs typeface="Times New Roman"/>
              </a:rPr>
              <a:t>-</a:t>
            </a:r>
            <a:r>
              <a:rPr b="0" dirty="0">
                <a:latin typeface="Times New Roman"/>
                <a:cs typeface="Times New Roman"/>
              </a:rPr>
              <a:t>re</a:t>
            </a:r>
            <a:r>
              <a:rPr b="0" spc="-15" dirty="0">
                <a:latin typeface="Times New Roman"/>
                <a:cs typeface="Times New Roman"/>
              </a:rPr>
              <a:t>s</a:t>
            </a:r>
            <a:r>
              <a:rPr b="0" dirty="0">
                <a:latin typeface="Times New Roman"/>
                <a:cs typeface="Times New Roman"/>
              </a:rPr>
              <a:t>p</a:t>
            </a:r>
            <a:r>
              <a:rPr b="0" spc="10" dirty="0">
                <a:latin typeface="Times New Roman"/>
                <a:cs typeface="Times New Roman"/>
              </a:rPr>
              <a:t>o</a:t>
            </a:r>
            <a:r>
              <a:rPr b="0" dirty="0">
                <a:latin typeface="Times New Roman"/>
                <a:cs typeface="Times New Roman"/>
              </a:rPr>
              <a:t>nse </a:t>
            </a:r>
            <a:r>
              <a:rPr b="0" spc="-15" dirty="0">
                <a:latin typeface="Times New Roman"/>
                <a:cs typeface="Times New Roman"/>
              </a:rPr>
              <a:t>f</a:t>
            </a:r>
            <a:r>
              <a:rPr b="0" dirty="0">
                <a:latin typeface="Times New Roman"/>
                <a:cs typeface="Times New Roman"/>
              </a:rPr>
              <a:t>l</a:t>
            </a:r>
            <a:r>
              <a:rPr b="0" spc="-15" dirty="0">
                <a:latin typeface="Times New Roman"/>
                <a:cs typeface="Times New Roman"/>
              </a:rPr>
              <a:t>o</a:t>
            </a:r>
            <a:r>
              <a:rPr b="0" dirty="0">
                <a:latin typeface="Times New Roman"/>
                <a:cs typeface="Times New Roman"/>
              </a:rPr>
              <a:t>w and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spc="-5" dirty="0">
                <a:latin typeface="Times New Roman"/>
                <a:cs typeface="Times New Roman"/>
              </a:rPr>
              <a:t>UR</a:t>
            </a:r>
            <a:r>
              <a:rPr b="0" dirty="0">
                <a:latin typeface="Times New Roman"/>
                <a:cs typeface="Times New Roman"/>
              </a:rPr>
              <a:t>L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routi</a:t>
            </a:r>
            <a:r>
              <a:rPr b="0" spc="-10" dirty="0">
                <a:latin typeface="Times New Roman"/>
                <a:cs typeface="Times New Roman"/>
              </a:rPr>
              <a:t>n</a:t>
            </a:r>
            <a:r>
              <a:rPr b="0" dirty="0">
                <a:latin typeface="Times New Roman"/>
                <a:cs typeface="Times New Roman"/>
              </a:rPr>
              <a:t>g.</a:t>
            </a: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b="0" dirty="0">
                <a:latin typeface="Times New Roman"/>
                <a:cs typeface="Times New Roman"/>
              </a:rPr>
              <a:t>Prope</a:t>
            </a:r>
            <a:r>
              <a:rPr b="0" spc="-10" dirty="0">
                <a:latin typeface="Times New Roman"/>
                <a:cs typeface="Times New Roman"/>
              </a:rPr>
              <a:t>r</a:t>
            </a:r>
            <a:r>
              <a:rPr b="0" dirty="0">
                <a:latin typeface="Times New Roman"/>
                <a:cs typeface="Times New Roman"/>
              </a:rPr>
              <a:t>ly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ma</a:t>
            </a:r>
            <a:r>
              <a:rPr b="0" spc="-10" dirty="0">
                <a:latin typeface="Times New Roman"/>
                <a:cs typeface="Times New Roman"/>
              </a:rPr>
              <a:t>p</a:t>
            </a:r>
            <a:r>
              <a:rPr b="0" dirty="0">
                <a:latin typeface="Times New Roman"/>
                <a:cs typeface="Times New Roman"/>
              </a:rPr>
              <a:t>ping f</a:t>
            </a:r>
            <a:r>
              <a:rPr b="0" spc="-15" dirty="0">
                <a:latin typeface="Times New Roman"/>
                <a:cs typeface="Times New Roman"/>
              </a:rPr>
              <a:t>o</a:t>
            </a:r>
            <a:r>
              <a:rPr b="0" dirty="0">
                <a:latin typeface="Times New Roman"/>
                <a:cs typeface="Times New Roman"/>
              </a:rPr>
              <a:t>rms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 mo</a:t>
            </a:r>
            <a:r>
              <a:rPr b="0" spc="-15" dirty="0">
                <a:latin typeface="Times New Roman"/>
                <a:cs typeface="Times New Roman"/>
              </a:rPr>
              <a:t>d</a:t>
            </a:r>
            <a:r>
              <a:rPr b="0" dirty="0">
                <a:latin typeface="Times New Roman"/>
                <a:cs typeface="Times New Roman"/>
              </a:rPr>
              <a:t>el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</a:t>
            </a:r>
            <a:r>
              <a:rPr b="0" spc="-15" dirty="0">
                <a:latin typeface="Times New Roman"/>
                <a:cs typeface="Times New Roman"/>
              </a:rPr>
              <a:t>i</a:t>
            </a:r>
            <a:r>
              <a:rPr b="0" dirty="0">
                <a:latin typeface="Times New Roman"/>
                <a:cs typeface="Times New Roman"/>
              </a:rPr>
              <a:t>e</a:t>
            </a:r>
            <a:r>
              <a:rPr b="0" spc="-10" dirty="0">
                <a:latin typeface="Times New Roman"/>
                <a:cs typeface="Times New Roman"/>
              </a:rPr>
              <a:t>l</a:t>
            </a:r>
            <a:r>
              <a:rPr b="0" dirty="0">
                <a:latin typeface="Times New Roman"/>
                <a:cs typeface="Times New Roman"/>
              </a:rPr>
              <a:t>ds a</a:t>
            </a:r>
            <a:r>
              <a:rPr b="0" spc="10" dirty="0">
                <a:latin typeface="Times New Roman"/>
                <a:cs typeface="Times New Roman"/>
              </a:rPr>
              <a:t>n</a:t>
            </a:r>
            <a:r>
              <a:rPr b="0" dirty="0">
                <a:latin typeface="Times New Roman"/>
                <a:cs typeface="Times New Roman"/>
              </a:rPr>
              <a:t>d </a:t>
            </a:r>
            <a:r>
              <a:rPr b="0" spc="5" dirty="0">
                <a:latin typeface="Times New Roman"/>
                <a:cs typeface="Times New Roman"/>
              </a:rPr>
              <a:t>h</a:t>
            </a:r>
            <a:r>
              <a:rPr b="0" spc="-20" dirty="0">
                <a:latin typeface="Times New Roman"/>
                <a:cs typeface="Times New Roman"/>
              </a:rPr>
              <a:t>a</a:t>
            </a:r>
            <a:r>
              <a:rPr b="0" dirty="0">
                <a:latin typeface="Times New Roman"/>
                <a:cs typeface="Times New Roman"/>
              </a:rPr>
              <a:t>n</a:t>
            </a:r>
            <a:r>
              <a:rPr b="0" spc="10" dirty="0">
                <a:latin typeface="Times New Roman"/>
                <a:cs typeface="Times New Roman"/>
              </a:rPr>
              <a:t>d</a:t>
            </a:r>
            <a:r>
              <a:rPr b="0" dirty="0">
                <a:latin typeface="Times New Roman"/>
                <a:cs typeface="Times New Roman"/>
              </a:rPr>
              <a:t>l</a:t>
            </a:r>
            <a:r>
              <a:rPr b="0" spc="-25" dirty="0">
                <a:latin typeface="Times New Roman"/>
                <a:cs typeface="Times New Roman"/>
              </a:rPr>
              <a:t>i</a:t>
            </a:r>
            <a:r>
              <a:rPr b="0" dirty="0">
                <a:latin typeface="Times New Roman"/>
                <a:cs typeface="Times New Roman"/>
              </a:rPr>
              <a:t>ng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valida</a:t>
            </a:r>
            <a:r>
              <a:rPr b="0" spc="-10" dirty="0">
                <a:latin typeface="Times New Roman"/>
                <a:cs typeface="Times New Roman"/>
              </a:rPr>
              <a:t>t</a:t>
            </a:r>
            <a:r>
              <a:rPr b="0" dirty="0">
                <a:latin typeface="Times New Roman"/>
                <a:cs typeface="Times New Roman"/>
              </a:rPr>
              <a:t>ion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0" dirty="0">
                <a:latin typeface="Times New Roman"/>
                <a:cs typeface="Times New Roman"/>
              </a:rPr>
              <a:t>er</a:t>
            </a:r>
            <a:r>
              <a:rPr b="0" spc="-15" dirty="0">
                <a:latin typeface="Times New Roman"/>
                <a:cs typeface="Times New Roman"/>
              </a:rPr>
              <a:t>r</a:t>
            </a:r>
            <a:r>
              <a:rPr b="0" dirty="0">
                <a:latin typeface="Times New Roman"/>
                <a:cs typeface="Times New Roman"/>
              </a:rPr>
              <a:t>ors.</a:t>
            </a: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b="0" dirty="0">
                <a:latin typeface="Times New Roman"/>
                <a:cs typeface="Times New Roman"/>
              </a:rPr>
              <a:t>Te</a:t>
            </a:r>
            <a:r>
              <a:rPr b="0" spc="-15" dirty="0">
                <a:latin typeface="Times New Roman"/>
                <a:cs typeface="Times New Roman"/>
              </a:rPr>
              <a:t>m</a:t>
            </a:r>
            <a:r>
              <a:rPr b="0" dirty="0">
                <a:latin typeface="Times New Roman"/>
                <a:cs typeface="Times New Roman"/>
              </a:rPr>
              <a:t>plate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inheri</a:t>
            </a:r>
            <a:r>
              <a:rPr b="0" spc="-15" dirty="0">
                <a:latin typeface="Times New Roman"/>
                <a:cs typeface="Times New Roman"/>
              </a:rPr>
              <a:t>t</a:t>
            </a:r>
            <a:r>
              <a:rPr b="0" dirty="0">
                <a:latin typeface="Times New Roman"/>
                <a:cs typeface="Times New Roman"/>
              </a:rPr>
              <a:t>ance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or</a:t>
            </a:r>
            <a:r>
              <a:rPr b="0" spc="5" dirty="0">
                <a:latin typeface="Times New Roman"/>
                <a:cs typeface="Times New Roman"/>
              </a:rPr>
              <a:t>g</a:t>
            </a:r>
            <a:r>
              <a:rPr b="0" spc="-20" dirty="0">
                <a:latin typeface="Times New Roman"/>
                <a:cs typeface="Times New Roman"/>
              </a:rPr>
              <a:t>a</a:t>
            </a:r>
            <a:r>
              <a:rPr b="0" dirty="0">
                <a:latin typeface="Times New Roman"/>
                <a:cs typeface="Times New Roman"/>
              </a:rPr>
              <a:t>nizing te</a:t>
            </a:r>
            <a:r>
              <a:rPr b="0" spc="-20" dirty="0">
                <a:latin typeface="Times New Roman"/>
                <a:cs typeface="Times New Roman"/>
              </a:rPr>
              <a:t>m</a:t>
            </a:r>
            <a:r>
              <a:rPr b="0" dirty="0">
                <a:latin typeface="Times New Roman"/>
                <a:cs typeface="Times New Roman"/>
              </a:rPr>
              <a:t>plat</a:t>
            </a:r>
            <a:r>
              <a:rPr b="0" spc="-15" dirty="0">
                <a:latin typeface="Times New Roman"/>
                <a:cs typeface="Times New Roman"/>
              </a:rPr>
              <a:t>e</a:t>
            </a:r>
            <a:r>
              <a:rPr b="0" dirty="0">
                <a:latin typeface="Times New Roman"/>
                <a:cs typeface="Times New Roman"/>
              </a:rPr>
              <a:t>s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 r</a:t>
            </a:r>
            <a:r>
              <a:rPr b="0" spc="-15" dirty="0">
                <a:latin typeface="Times New Roman"/>
                <a:cs typeface="Times New Roman"/>
              </a:rPr>
              <a:t>e</a:t>
            </a:r>
            <a:r>
              <a:rPr b="0" dirty="0">
                <a:latin typeface="Times New Roman"/>
                <a:cs typeface="Times New Roman"/>
              </a:rPr>
              <a:t>us</a:t>
            </a:r>
            <a:r>
              <a:rPr b="0" spc="5" dirty="0">
                <a:latin typeface="Times New Roman"/>
                <a:cs typeface="Times New Roman"/>
              </a:rPr>
              <a:t>e</a:t>
            </a:r>
            <a:r>
              <a:rPr b="0" dirty="0">
                <a:latin typeface="Times New Roman"/>
                <a:cs typeface="Times New Roman"/>
              </a:rPr>
              <a:t>.</a:t>
            </a: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b="0" dirty="0">
                <a:latin typeface="Times New Roman"/>
                <a:cs typeface="Times New Roman"/>
              </a:rPr>
              <a:t>Ha</a:t>
            </a:r>
            <a:r>
              <a:rPr b="0" spc="-10" dirty="0">
                <a:latin typeface="Times New Roman"/>
                <a:cs typeface="Times New Roman"/>
              </a:rPr>
              <a:t>n</a:t>
            </a:r>
            <a:r>
              <a:rPr b="0" dirty="0">
                <a:latin typeface="Times New Roman"/>
                <a:cs typeface="Times New Roman"/>
              </a:rPr>
              <a:t>dli</a:t>
            </a:r>
            <a:r>
              <a:rPr b="0" spc="-10" dirty="0">
                <a:latin typeface="Times New Roman"/>
                <a:cs typeface="Times New Roman"/>
              </a:rPr>
              <a:t>n</a:t>
            </a:r>
            <a:r>
              <a:rPr b="0" dirty="0">
                <a:latin typeface="Times New Roman"/>
                <a:cs typeface="Times New Roman"/>
              </a:rPr>
              <a:t>g </a:t>
            </a:r>
            <a:r>
              <a:rPr b="0" spc="5" dirty="0">
                <a:latin typeface="Times New Roman"/>
                <a:cs typeface="Times New Roman"/>
              </a:rPr>
              <a:t>d</a:t>
            </a:r>
            <a:r>
              <a:rPr b="0" dirty="0">
                <a:latin typeface="Times New Roman"/>
                <a:cs typeface="Times New Roman"/>
              </a:rPr>
              <a:t>a</a:t>
            </a:r>
            <a:r>
              <a:rPr b="0" spc="-10" dirty="0">
                <a:latin typeface="Times New Roman"/>
                <a:cs typeface="Times New Roman"/>
              </a:rPr>
              <a:t>t</a:t>
            </a:r>
            <a:r>
              <a:rPr b="0" dirty="0">
                <a:latin typeface="Times New Roman"/>
                <a:cs typeface="Times New Roman"/>
              </a:rPr>
              <a:t>e </a:t>
            </a:r>
            <a:r>
              <a:rPr b="0" spc="-15" dirty="0">
                <a:latin typeface="Times New Roman"/>
                <a:cs typeface="Times New Roman"/>
              </a:rPr>
              <a:t>a</a:t>
            </a:r>
            <a:r>
              <a:rPr b="0" dirty="0">
                <a:latin typeface="Times New Roman"/>
                <a:cs typeface="Times New Roman"/>
              </a:rPr>
              <a:t>nd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numer</a:t>
            </a:r>
            <a:r>
              <a:rPr b="0" spc="-15" dirty="0">
                <a:latin typeface="Times New Roman"/>
                <a:cs typeface="Times New Roman"/>
              </a:rPr>
              <a:t>i</a:t>
            </a:r>
            <a:r>
              <a:rPr b="0" dirty="0">
                <a:latin typeface="Times New Roman"/>
                <a:cs typeface="Times New Roman"/>
              </a:rPr>
              <a:t>c </a:t>
            </a:r>
            <a:r>
              <a:rPr b="0" spc="-15" dirty="0">
                <a:latin typeface="Times New Roman"/>
                <a:cs typeface="Times New Roman"/>
              </a:rPr>
              <a:t>f</a:t>
            </a:r>
            <a:r>
              <a:rPr b="0" dirty="0">
                <a:latin typeface="Times New Roman"/>
                <a:cs typeface="Times New Roman"/>
              </a:rPr>
              <a:t>ormats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consi</a:t>
            </a:r>
            <a:r>
              <a:rPr b="0" spc="-10" dirty="0">
                <a:latin typeface="Times New Roman"/>
                <a:cs typeface="Times New Roman"/>
              </a:rPr>
              <a:t>s</a:t>
            </a:r>
            <a:r>
              <a:rPr b="0" dirty="0">
                <a:latin typeface="Times New Roman"/>
                <a:cs typeface="Times New Roman"/>
              </a:rPr>
              <a:t>te</a:t>
            </a:r>
            <a:r>
              <a:rPr b="0" spc="5" dirty="0">
                <a:latin typeface="Times New Roman"/>
                <a:cs typeface="Times New Roman"/>
              </a:rPr>
              <a:t>n</a:t>
            </a:r>
            <a:r>
              <a:rPr b="0" dirty="0">
                <a:latin typeface="Times New Roman"/>
                <a:cs typeface="Times New Roman"/>
              </a:rPr>
              <a:t>t</a:t>
            </a:r>
            <a:r>
              <a:rPr b="0" spc="-10" dirty="0">
                <a:latin typeface="Times New Roman"/>
                <a:cs typeface="Times New Roman"/>
              </a:rPr>
              <a:t>l</a:t>
            </a:r>
            <a:r>
              <a:rPr b="0" dirty="0">
                <a:latin typeface="Times New Roman"/>
                <a:cs typeface="Times New Roman"/>
              </a:rPr>
              <a:t>y ac</a:t>
            </a:r>
            <a:r>
              <a:rPr b="0" spc="-10" dirty="0">
                <a:latin typeface="Times New Roman"/>
                <a:cs typeface="Times New Roman"/>
              </a:rPr>
              <a:t>r</a:t>
            </a:r>
            <a:r>
              <a:rPr b="0" dirty="0">
                <a:latin typeface="Times New Roman"/>
                <a:cs typeface="Times New Roman"/>
              </a:rPr>
              <a:t>oss </a:t>
            </a:r>
            <a:r>
              <a:rPr b="0" spc="-15" dirty="0">
                <a:latin typeface="Times New Roman"/>
                <a:cs typeface="Times New Roman"/>
              </a:rPr>
              <a:t>f</a:t>
            </a:r>
            <a:r>
              <a:rPr b="0" dirty="0">
                <a:latin typeface="Times New Roman"/>
                <a:cs typeface="Times New Roman"/>
              </a:rPr>
              <a:t>orms and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0" dirty="0">
                <a:latin typeface="Times New Roman"/>
                <a:cs typeface="Times New Roman"/>
              </a:rPr>
              <a:t>t</a:t>
            </a:r>
            <a:r>
              <a:rPr b="0" spc="-10" dirty="0">
                <a:latin typeface="Times New Roman"/>
                <a:cs typeface="Times New Roman"/>
              </a:rPr>
              <a:t>e</a:t>
            </a:r>
            <a:r>
              <a:rPr b="0" dirty="0">
                <a:latin typeface="Times New Roman"/>
                <a:cs typeface="Times New Roman"/>
              </a:rPr>
              <a:t>m</a:t>
            </a:r>
            <a:r>
              <a:rPr b="0" spc="5" dirty="0">
                <a:latin typeface="Times New Roman"/>
                <a:cs typeface="Times New Roman"/>
              </a:rPr>
              <a:t>p</a:t>
            </a:r>
            <a:r>
              <a:rPr b="0" dirty="0">
                <a:latin typeface="Times New Roman"/>
                <a:cs typeface="Times New Roman"/>
              </a:rPr>
              <a:t>l</a:t>
            </a:r>
            <a:r>
              <a:rPr b="0" spc="-10" dirty="0">
                <a:latin typeface="Times New Roman"/>
                <a:cs typeface="Times New Roman"/>
              </a:rPr>
              <a:t>a</a:t>
            </a:r>
            <a:r>
              <a:rPr b="0" dirty="0">
                <a:latin typeface="Times New Roman"/>
                <a:cs typeface="Times New Roman"/>
              </a:rPr>
              <a:t>t</a:t>
            </a:r>
            <a:r>
              <a:rPr b="0" spc="-10" dirty="0">
                <a:latin typeface="Times New Roman"/>
                <a:cs typeface="Times New Roman"/>
              </a:rPr>
              <a:t>e</a:t>
            </a:r>
            <a:r>
              <a:rPr b="0" spc="-5" dirty="0">
                <a:latin typeface="Times New Roman"/>
                <a:cs typeface="Times New Roman"/>
              </a:rPr>
              <a:t>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943684"/>
            <a:ext cx="8789035" cy="1996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b="1" dirty="0">
                <a:latin typeface="Times New Roman"/>
                <a:cs typeface="Times New Roman"/>
              </a:rPr>
              <a:t>Learn</a:t>
            </a:r>
            <a:r>
              <a:rPr sz="2600" b="1" spc="-10" dirty="0">
                <a:latin typeface="Times New Roman"/>
                <a:cs typeface="Times New Roman"/>
              </a:rPr>
              <a:t>i</a:t>
            </a:r>
            <a:r>
              <a:rPr sz="2600" b="1" spc="-5" dirty="0">
                <a:latin typeface="Times New Roman"/>
                <a:cs typeface="Times New Roman"/>
              </a:rPr>
              <a:t>n</a:t>
            </a:r>
            <a:r>
              <a:rPr sz="2600" b="1" dirty="0">
                <a:latin typeface="Times New Roman"/>
                <a:cs typeface="Times New Roman"/>
              </a:rPr>
              <a:t>g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Outcom</a:t>
            </a:r>
            <a:r>
              <a:rPr sz="2600" b="1" spc="-10" dirty="0">
                <a:latin typeface="Times New Roman"/>
                <a:cs typeface="Times New Roman"/>
              </a:rPr>
              <a:t>e</a:t>
            </a:r>
            <a:r>
              <a:rPr sz="2600" b="1" dirty="0">
                <a:latin typeface="Times New Roman"/>
                <a:cs typeface="Times New Roman"/>
              </a:rPr>
              <a:t>s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Pra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l ex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ence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</a:t>
            </a:r>
            <a:r>
              <a:rPr sz="2600" spc="10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2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ding 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ful</a:t>
            </a:r>
            <a:r>
              <a:rPr sz="2600" spc="5" dirty="0">
                <a:latin typeface="Times New Roman"/>
                <a:cs typeface="Times New Roman"/>
              </a:rPr>
              <a:t>l</a:t>
            </a:r>
            <a:r>
              <a:rPr sz="2600" spc="-5" dirty="0">
                <a:latin typeface="Times New Roman"/>
                <a:cs typeface="Times New Roman"/>
              </a:rPr>
              <a:t>-s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k </a:t>
            </a:r>
            <a:r>
              <a:rPr sz="2600" spc="-5" dirty="0">
                <a:latin typeface="Times New Roman"/>
                <a:cs typeface="Times New Roman"/>
              </a:rPr>
              <a:t>Djang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p.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10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Ha</a:t>
            </a:r>
            <a:r>
              <a:rPr sz="2600" spc="-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ds</a:t>
            </a:r>
            <a:r>
              <a:rPr sz="2600" spc="-5" dirty="0">
                <a:latin typeface="Times New Roman"/>
                <a:cs typeface="Times New Roman"/>
              </a:rPr>
              <a:t>-</a:t>
            </a:r>
            <a:r>
              <a:rPr sz="2600" dirty="0">
                <a:latin typeface="Times New Roman"/>
                <a:cs typeface="Times New Roman"/>
              </a:rPr>
              <a:t>on </a:t>
            </a:r>
            <a:r>
              <a:rPr sz="2600" spc="-5" dirty="0">
                <a:latin typeface="Times New Roman"/>
                <a:cs typeface="Times New Roman"/>
              </a:rPr>
              <a:t>wit</a:t>
            </a:r>
            <a:r>
              <a:rPr sz="2600" dirty="0">
                <a:latin typeface="Times New Roman"/>
                <a:cs typeface="Times New Roman"/>
              </a:rPr>
              <a:t>h C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D oper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Djang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RM.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Improv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m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des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gn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 simple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vaS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ript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valida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Fami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rity </a:t>
            </a:r>
            <a:r>
              <a:rPr sz="2600" spc="5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SQ</a:t>
            </a:r>
            <a:r>
              <a:rPr sz="2600" spc="-1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usi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 DB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Bro</a:t>
            </a:r>
            <a:r>
              <a:rPr sz="2600" spc="-15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 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o inspect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bles.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11935">
              <a:lnSpc>
                <a:spcPct val="100000"/>
              </a:lnSpc>
            </a:pPr>
            <a:r>
              <a:rPr spc="-20" dirty="0"/>
              <a:t>Future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Enhancements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8679815" cy="2406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Add user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authentic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-</a:t>
            </a:r>
            <a:r>
              <a:rPr sz="2600" dirty="0">
                <a:latin typeface="Times New Roman"/>
                <a:cs typeface="Times New Roman"/>
              </a:rPr>
              <a:t>user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expen</a:t>
            </a:r>
            <a:r>
              <a:rPr sz="2600" spc="-2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epar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Impleme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t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eg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ri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s/tags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nse 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tering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</a:t>
            </a:r>
            <a:r>
              <a:rPr sz="2600" spc="-2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 </a:t>
            </a:r>
            <a:r>
              <a:rPr sz="2600" spc="5" dirty="0">
                <a:latin typeface="Times New Roman"/>
                <a:cs typeface="Times New Roman"/>
              </a:rPr>
              <a:t>g</a:t>
            </a:r>
            <a:r>
              <a:rPr sz="2600" spc="-2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ap</a:t>
            </a:r>
            <a:r>
              <a:rPr sz="2600" spc="5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s.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Add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SV</a:t>
            </a:r>
            <a:r>
              <a:rPr sz="2600" spc="-10" dirty="0">
                <a:latin typeface="Times New Roman"/>
                <a:cs typeface="Times New Roman"/>
              </a:rPr>
              <a:t>/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x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l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x</a:t>
            </a:r>
            <a:r>
              <a:rPr sz="2600" spc="-1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ort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20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port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fe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tures.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Integr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bas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c 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tistics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cha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ts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(mo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th</a:t>
            </a:r>
            <a:r>
              <a:rPr sz="2600" spc="-1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y spendi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g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ry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breakd</a:t>
            </a:r>
            <a:r>
              <a:rPr sz="2600" spc="-10" dirty="0">
                <a:latin typeface="Times New Roman"/>
                <a:cs typeface="Times New Roman"/>
              </a:rPr>
              <a:t>o</a:t>
            </a:r>
            <a:r>
              <a:rPr sz="2600" spc="-5" dirty="0">
                <a:latin typeface="Times New Roman"/>
                <a:cs typeface="Times New Roman"/>
              </a:rPr>
              <a:t>wn).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Add </a:t>
            </a:r>
            <a:r>
              <a:rPr sz="2600" spc="-15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b</a:t>
            </a:r>
            <a:r>
              <a:rPr sz="2600" spc="-2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le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spo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ve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im</a:t>
            </a:r>
            <a:r>
              <a:rPr sz="2600" spc="-1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ro</a:t>
            </a:r>
            <a:r>
              <a:rPr sz="2600" spc="5" dirty="0">
                <a:latin typeface="Times New Roman"/>
                <a:cs typeface="Times New Roman"/>
              </a:rPr>
              <a:t>v</a:t>
            </a:r>
            <a:r>
              <a:rPr sz="2600" dirty="0">
                <a:latin typeface="Times New Roman"/>
                <a:cs typeface="Times New Roman"/>
              </a:rPr>
              <a:t>em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nts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</a:t>
            </a:r>
            <a:r>
              <a:rPr sz="2600" spc="5" dirty="0">
                <a:latin typeface="Times New Roman"/>
                <a:cs typeface="Times New Roman"/>
              </a:rPr>
              <a:t>g</a:t>
            </a:r>
            <a:r>
              <a:rPr sz="2600" spc="-2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nation.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85085">
              <a:lnSpc>
                <a:spcPct val="100000"/>
              </a:lnSpc>
            </a:pPr>
            <a:r>
              <a:rPr spc="-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8544560" cy="1586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3499"/>
              </a:lnSpc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Conclus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on: 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his Ex</a:t>
            </a:r>
            <a:r>
              <a:rPr sz="2600" spc="-1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ense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Trac</a:t>
            </a:r>
            <a:r>
              <a:rPr sz="2600" spc="-15" dirty="0">
                <a:latin typeface="Times New Roman"/>
                <a:cs typeface="Times New Roman"/>
              </a:rPr>
              <a:t>k</a:t>
            </a:r>
            <a:r>
              <a:rPr sz="2600" dirty="0">
                <a:latin typeface="Times New Roman"/>
                <a:cs typeface="Times New Roman"/>
              </a:rPr>
              <a:t>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demonst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Djang</a:t>
            </a:r>
            <a:r>
              <a:rPr sz="2600" spc="20" dirty="0">
                <a:latin typeface="Times New Roman"/>
                <a:cs typeface="Times New Roman"/>
              </a:rPr>
              <a:t>o</a:t>
            </a:r>
            <a:r>
              <a:rPr sz="2600" spc="-5" dirty="0">
                <a:latin typeface="Times New Roman"/>
                <a:cs typeface="Times New Roman"/>
              </a:rPr>
              <a:t>-</a:t>
            </a:r>
            <a:r>
              <a:rPr sz="2600" dirty="0">
                <a:latin typeface="Times New Roman"/>
                <a:cs typeface="Times New Roman"/>
              </a:rPr>
              <a:t>based CRUD, 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empla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g, 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SQLit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per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nce </a:t>
            </a:r>
            <a:r>
              <a:rPr sz="2600" spc="-5" dirty="0">
                <a:latin typeface="Times New Roman"/>
                <a:cs typeface="Times New Roman"/>
              </a:rPr>
              <a:t>suitabl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 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mall- 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e pe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nal </a:t>
            </a:r>
            <a:r>
              <a:rPr sz="2600" spc="-10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inance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ks.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10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5" dirty="0">
                <a:latin typeface="Times New Roman"/>
                <a:cs typeface="Times New Roman"/>
              </a:rPr>
              <a:t>h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nk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u for y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ur 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ntio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. </a:t>
            </a:r>
            <a:r>
              <a:rPr sz="2600" spc="-15" dirty="0">
                <a:latin typeface="Times New Roman"/>
                <a:cs typeface="Times New Roman"/>
              </a:rPr>
              <a:t>Q</a:t>
            </a:r>
            <a:r>
              <a:rPr sz="2600" dirty="0">
                <a:latin typeface="Times New Roman"/>
                <a:cs typeface="Times New Roman"/>
              </a:rPr>
              <a:t>uest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s?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11120">
              <a:lnSpc>
                <a:spcPct val="100000"/>
              </a:lnSpc>
            </a:pPr>
            <a:r>
              <a:rPr spc="-25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023058"/>
            <a:ext cx="8615680" cy="158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820" indent="-198120">
              <a:lnSpc>
                <a:spcPct val="100000"/>
              </a:lnSpc>
              <a:buFont typeface="Times New Roman"/>
              <a:buChar char="•"/>
              <a:tabLst>
                <a:tab pos="211454" algn="l"/>
                <a:tab pos="3393440" algn="l"/>
              </a:tabLst>
            </a:pPr>
            <a:r>
              <a:rPr sz="2600" dirty="0">
                <a:latin typeface="Times New Roman"/>
                <a:cs typeface="Times New Roman"/>
              </a:rPr>
              <a:t>Django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doc</a:t>
            </a:r>
            <a:r>
              <a:rPr sz="2600" spc="-1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menta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ion	</a:t>
            </a:r>
            <a:r>
              <a:rPr sz="2600" u="heavy" dirty="0">
                <a:solidFill>
                  <a:srgbClr val="0462C1"/>
                </a:solidFill>
                <a:latin typeface="Times New Roman"/>
                <a:cs typeface="Times New Roman"/>
              </a:rPr>
              <a:t>https:</a:t>
            </a:r>
            <a:r>
              <a:rPr sz="2600" u="heavy" spc="-10" dirty="0">
                <a:solidFill>
                  <a:srgbClr val="0462C1"/>
                </a:solidFill>
                <a:latin typeface="Times New Roman"/>
                <a:cs typeface="Times New Roman"/>
              </a:rPr>
              <a:t>/</a:t>
            </a:r>
            <a:r>
              <a:rPr sz="2600" u="heavy" dirty="0">
                <a:solidFill>
                  <a:srgbClr val="0462C1"/>
                </a:solidFill>
                <a:latin typeface="Times New Roman"/>
                <a:cs typeface="Times New Roman"/>
              </a:rPr>
              <a:t>/doc</a:t>
            </a:r>
            <a:r>
              <a:rPr sz="2600" u="heavy" spc="-15" dirty="0">
                <a:solidFill>
                  <a:srgbClr val="0462C1"/>
                </a:solidFill>
                <a:latin typeface="Times New Roman"/>
                <a:cs typeface="Times New Roman"/>
              </a:rPr>
              <a:t>s</a:t>
            </a:r>
            <a:r>
              <a:rPr sz="2600" u="heavy" dirty="0">
                <a:solidFill>
                  <a:srgbClr val="0462C1"/>
                </a:solidFill>
                <a:latin typeface="Times New Roman"/>
                <a:cs typeface="Times New Roman"/>
              </a:rPr>
              <a:t>.dj</a:t>
            </a:r>
            <a:r>
              <a:rPr sz="2600" u="heavy" spc="-20" dirty="0">
                <a:solidFill>
                  <a:srgbClr val="0462C1"/>
                </a:solidFill>
                <a:latin typeface="Times New Roman"/>
                <a:cs typeface="Times New Roman"/>
              </a:rPr>
              <a:t>a</a:t>
            </a:r>
            <a:r>
              <a:rPr sz="2600" u="heavy" dirty="0">
                <a:solidFill>
                  <a:srgbClr val="0462C1"/>
                </a:solidFill>
                <a:latin typeface="Times New Roman"/>
                <a:cs typeface="Times New Roman"/>
              </a:rPr>
              <a:t>ngo</a:t>
            </a:r>
            <a:r>
              <a:rPr sz="2600" u="heavy" spc="10" dirty="0">
                <a:solidFill>
                  <a:srgbClr val="0462C1"/>
                </a:solidFill>
                <a:latin typeface="Times New Roman"/>
                <a:cs typeface="Times New Roman"/>
              </a:rPr>
              <a:t>p</a:t>
            </a:r>
            <a:r>
              <a:rPr sz="2600" u="heavy" spc="-20" dirty="0">
                <a:solidFill>
                  <a:srgbClr val="0462C1"/>
                </a:solidFill>
                <a:latin typeface="Times New Roman"/>
                <a:cs typeface="Times New Roman"/>
              </a:rPr>
              <a:t>r</a:t>
            </a:r>
            <a:r>
              <a:rPr sz="2600" u="heavy" dirty="0">
                <a:solidFill>
                  <a:srgbClr val="0462C1"/>
                </a:solidFill>
                <a:latin typeface="Times New Roman"/>
                <a:cs typeface="Times New Roman"/>
              </a:rPr>
              <a:t>ojec</a:t>
            </a:r>
            <a:r>
              <a:rPr sz="2600" u="heavy" spc="-10" dirty="0">
                <a:solidFill>
                  <a:srgbClr val="0462C1"/>
                </a:solidFill>
                <a:latin typeface="Times New Roman"/>
                <a:cs typeface="Times New Roman"/>
              </a:rPr>
              <a:t>t</a:t>
            </a:r>
            <a:r>
              <a:rPr sz="2600" u="heavy" dirty="0">
                <a:solidFill>
                  <a:srgbClr val="0462C1"/>
                </a:solidFill>
                <a:latin typeface="Times New Roman"/>
                <a:cs typeface="Times New Roman"/>
              </a:rPr>
              <a:t>.com/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DB B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ows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 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or S</a:t>
            </a:r>
            <a:r>
              <a:rPr sz="2600" spc="5" dirty="0">
                <a:latin typeface="Times New Roman"/>
                <a:cs typeface="Times New Roman"/>
              </a:rPr>
              <a:t>Q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menta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ion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11454" algn="l"/>
              </a:tabLst>
            </a:pP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5" dirty="0">
                <a:latin typeface="Times New Roman"/>
                <a:cs typeface="Times New Roman"/>
              </a:rPr>
              <a:t>u</a:t>
            </a:r>
            <a:r>
              <a:rPr sz="2600" spc="-2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oria</a:t>
            </a:r>
            <a:r>
              <a:rPr sz="2600" spc="-1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s and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m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spc="-2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used wh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le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devel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pi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g (l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st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vi</a:t>
            </a:r>
            <a:r>
              <a:rPr sz="2600" spc="5" dirty="0">
                <a:latin typeface="Times New Roman"/>
                <a:cs typeface="Times New Roman"/>
              </a:rPr>
              <a:t>d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o 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dirty="0">
                <a:latin typeface="Times New Roman"/>
                <a:cs typeface="Times New Roman"/>
              </a:rPr>
              <a:t>ar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le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tutoria</a:t>
            </a:r>
            <a:r>
              <a:rPr sz="2600" spc="-1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u fo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lowed)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645</Words>
  <Application>Microsoft Office PowerPoint</Application>
  <PresentationFormat>Benutzerdefiniert</PresentationFormat>
  <Paragraphs>99</Paragraphs>
  <Slides>19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PowerPoint-Präsentation</vt:lpstr>
      <vt:lpstr>Outlines</vt:lpstr>
      <vt:lpstr>Project Overview</vt:lpstr>
      <vt:lpstr>Objectives</vt:lpstr>
      <vt:lpstr>System Architecture / Workflow</vt:lpstr>
      <vt:lpstr>Key Features</vt:lpstr>
      <vt:lpstr>Technology Stack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Database Design</vt:lpstr>
      <vt:lpstr>PowerPoint-Präsentation</vt:lpstr>
      <vt:lpstr>Challenges faced during development</vt:lpstr>
      <vt:lpstr>PowerPoint-Präsentation</vt:lpstr>
      <vt:lpstr>Future Enhancements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Online2PDF.com</cp:lastModifiedBy>
  <cp:revision>1</cp:revision>
  <dcterms:created xsi:type="dcterms:W3CDTF">2025-11-04T16:21:23Z</dcterms:created>
  <dcterms:modified xsi:type="dcterms:W3CDTF">2025-11-04T15:21:25Z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LastSaved">
    <vt:filetime>2025-11-04T00:00:00Z</vt:filetime>
  </property>
</Properties>
</file>